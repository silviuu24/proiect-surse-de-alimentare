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9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3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7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9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0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6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3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0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0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864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14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6617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74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14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4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01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551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3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13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06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01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1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74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89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057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8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5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1DAA1-5811-4EAF-B5C3-F07C0840A64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18110-5EF5-4A8F-B4CF-863FF5527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2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sz="4400" dirty="0" smtClean="0"/>
              <a:t>Analiza și Dimensionarea unui Etaj de Alimentare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Nume</a:t>
            </a:r>
            <a:r>
              <a:rPr lang="LID8192" dirty="0" smtClean="0"/>
              <a:t>: </a:t>
            </a:r>
            <a:r>
              <a:rPr lang="ro-RO" dirty="0" smtClean="0"/>
              <a:t>Șișca Silviu-Claudiu</a:t>
            </a:r>
            <a:endParaRPr lang="LID8192" dirty="0" smtClean="0"/>
          </a:p>
          <a:p>
            <a:r>
              <a:rPr lang="LID8192" dirty="0" smtClean="0"/>
              <a:t>An IV, gr. 2142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5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58497" y="852285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Stabilizator Liniar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58497" y="2775296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Stabilizator Liniar Integrat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58497" y="4698307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Buck Converter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9629604" y="30583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629602" y="38457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9629604" y="49252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9629602" y="57126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9629602" y="110886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9629600" y="189626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0350342" y="1174750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0490196" y="1046460"/>
                <a:ext cx="17018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=60%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96" y="1046460"/>
                <a:ext cx="1701804" cy="923330"/>
              </a:xfrm>
              <a:prstGeom prst="rect">
                <a:avLst/>
              </a:prstGeom>
              <a:blipFill>
                <a:blip r:embed="rId2"/>
                <a:stretch>
                  <a:fillRect b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H="1">
            <a:off x="9629602" y="3059113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9629600" y="3846513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0350342" y="3124994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9629602" y="4925668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9629600" y="5713068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0350342" y="4991549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727129" y="1174750"/>
            <a:ext cx="43313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727129" y="1733015"/>
            <a:ext cx="43313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887009" y="4925219"/>
            <a:ext cx="117148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193990" y="5633093"/>
            <a:ext cx="186450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887009" y="3119513"/>
            <a:ext cx="1171486" cy="54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213241" y="3818455"/>
            <a:ext cx="1845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6887009" y="1183682"/>
            <a:ext cx="0" cy="37504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6193990" y="1733017"/>
            <a:ext cx="0" cy="3900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822715" y="1124025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129696" y="1681286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6822713" y="3053682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132190" y="3754161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>
            <a:off x="5006975" y="1412875"/>
            <a:ext cx="2976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006975" y="1512887"/>
            <a:ext cx="2976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152231" y="1174750"/>
            <a:ext cx="0" cy="2291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5152231" y="1512887"/>
            <a:ext cx="0" cy="2291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3592743" y="860222"/>
            <a:ext cx="1157981" cy="11579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065" y="1060575"/>
            <a:ext cx="580047" cy="760506"/>
          </a:xfrm>
          <a:prstGeom prst="rect">
            <a:avLst/>
          </a:prstGeom>
        </p:spPr>
      </p:pic>
      <p:sp>
        <p:nvSpPr>
          <p:cNvPr id="96" name="Isosceles Triangle 95"/>
          <p:cNvSpPr/>
          <p:nvPr/>
        </p:nvSpPr>
        <p:spPr>
          <a:xfrm rot="5400000">
            <a:off x="3851313" y="1162987"/>
            <a:ext cx="640842" cy="55245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/>
          <p:nvPr/>
        </p:nvCxnSpPr>
        <p:spPr>
          <a:xfrm>
            <a:off x="3699278" y="1439212"/>
            <a:ext cx="19623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4447959" y="1439212"/>
            <a:ext cx="19623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447959" y="1198806"/>
            <a:ext cx="0" cy="4808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321719" y="1069786"/>
            <a:ext cx="1271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2321719" y="1806862"/>
            <a:ext cx="1271024" cy="17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99738" y="1068009"/>
            <a:ext cx="1271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99738" y="1805085"/>
            <a:ext cx="1271024" cy="17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2106" y="1118791"/>
            <a:ext cx="92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230V</a:t>
            </a:r>
          </a:p>
          <a:p>
            <a:pPr algn="ctr"/>
            <a:r>
              <a:rPr lang="ro-RO" dirty="0" smtClean="0"/>
              <a:t>AC</a:t>
            </a:r>
            <a:endParaRPr lang="en-US" dirty="0"/>
          </a:p>
        </p:txBody>
      </p:sp>
      <p:cxnSp>
        <p:nvCxnSpPr>
          <p:cNvPr id="115" name="Straight Arrow Connector 114"/>
          <p:cNvCxnSpPr/>
          <p:nvPr/>
        </p:nvCxnSpPr>
        <p:spPr>
          <a:xfrm>
            <a:off x="863556" y="1100434"/>
            <a:ext cx="0" cy="650764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5746706" y="1198806"/>
            <a:ext cx="0" cy="509532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676619" y="1239045"/>
                <a:ext cx="799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ro-RO" dirty="0" smtClean="0"/>
                  <a:t>=?</a:t>
                </a:r>
                <a:endParaRPr lang="en-US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619" y="1239045"/>
                <a:ext cx="799587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/>
          <p:nvPr/>
        </p:nvCxnSpPr>
        <p:spPr>
          <a:xfrm>
            <a:off x="5257006" y="1174750"/>
            <a:ext cx="447675" cy="0"/>
          </a:xfrm>
          <a:prstGeom prst="straightConnector1">
            <a:avLst/>
          </a:prstGeom>
          <a:ln w="19050">
            <a:solidFill>
              <a:schemeClr val="tx2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124173" y="776131"/>
                <a:ext cx="799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ro-RO" dirty="0" smtClean="0"/>
                  <a:t>=?</a:t>
                </a:r>
                <a:endParaRPr lang="en-US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173" y="776131"/>
                <a:ext cx="799587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10490196" y="2973343"/>
                <a:ext cx="17018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=200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=40%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96" y="2973343"/>
                <a:ext cx="1701804" cy="923330"/>
              </a:xfrm>
              <a:prstGeom prst="rect">
                <a:avLst/>
              </a:prstGeom>
              <a:blipFill>
                <a:blip r:embed="rId6"/>
                <a:stretch>
                  <a:fillRect b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10490196" y="4863259"/>
                <a:ext cx="17018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=3.3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=90%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96" y="4863259"/>
                <a:ext cx="1701804" cy="923330"/>
              </a:xfrm>
              <a:prstGeom prst="rect">
                <a:avLst/>
              </a:prstGeom>
              <a:blipFill>
                <a:blip r:embed="rId7"/>
                <a:stretch>
                  <a:fillRect b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94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50670" y="396094"/>
                <a:ext cx="2647950" cy="220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r>
                  <a:rPr lang="ro-RO" dirty="0"/>
                  <a:t> </a:t>
                </a:r>
                <a:r>
                  <a:rPr lang="ro-RO" dirty="0" smtClean="0"/>
                  <a:t>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∗100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r>
                  <a:rPr lang="ro-RO" dirty="0" smtClean="0"/>
                  <a:t> 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=1.2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 60%</m:t>
                      </m:r>
                    </m:oMath>
                  </m:oMathPara>
                </a14:m>
                <a:endParaRPr lang="ro-RO" dirty="0" smtClean="0"/>
              </a:p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1_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LID8192" b="0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ro-RO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ro-RO" b="0" i="1" dirty="0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ro-R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LID8192" b="0" i="0" smtClean="0">
                            <a:latin typeface="Cambria Math" panose="02040503050406030204" pitchFamily="18" charset="0"/>
                          </a:rPr>
                          <m:t>0.6</m:t>
                        </m:r>
                      </m:den>
                    </m:f>
                  </m:oMath>
                </a14:m>
                <a:r>
                  <a:rPr lang="LID8192" dirty="0" smtClean="0"/>
                  <a:t> 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2W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ro-RO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1.2 ; 2] 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670" y="396094"/>
                <a:ext cx="2647950" cy="2206438"/>
              </a:xfrm>
              <a:prstGeom prst="rect">
                <a:avLst/>
              </a:prstGeom>
              <a:blipFill>
                <a:blip r:embed="rId2"/>
                <a:stretch>
                  <a:fillRect l="-1839" b="-2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72025" y="400743"/>
                <a:ext cx="2647950" cy="221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r>
                  <a:rPr lang="ro-RO" dirty="0"/>
                  <a:t> </a:t>
                </a:r>
                <a:r>
                  <a:rPr lang="ro-RO" dirty="0" smtClean="0"/>
                  <a:t>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ID8192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∗200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r>
                  <a:rPr lang="ro-RO" dirty="0" smtClean="0"/>
                  <a:t> 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LID8192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ro-RO" dirty="0" smtClean="0"/>
              </a:p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2_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LID8192" b="0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ro-RO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ro-RO" b="0" i="1" dirty="0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LID8192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LID8192" b="0" i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LID8192" dirty="0" smtClean="0"/>
                  <a:t> 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2.5W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; 2.5] 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025" y="400743"/>
                <a:ext cx="2647950" cy="2215735"/>
              </a:xfrm>
              <a:prstGeom prst="rect">
                <a:avLst/>
              </a:prstGeom>
              <a:blipFill>
                <a:blip r:embed="rId3"/>
                <a:stretch>
                  <a:fillRect l="-2074" r="-461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993380" y="405391"/>
                <a:ext cx="2797075" cy="2206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r>
                  <a:rPr lang="ro-RO" dirty="0"/>
                  <a:t> </a:t>
                </a:r>
                <a:r>
                  <a:rPr lang="ro-RO" dirty="0" smtClean="0"/>
                  <a:t>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ID8192" b="0" i="1" dirty="0" smtClean="0">
                        <a:latin typeface="Cambria Math" panose="02040503050406030204" pitchFamily="18" charset="0"/>
                      </a:rPr>
                      <m:t>3.3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∗1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o-RO" dirty="0" smtClean="0"/>
              </a:p>
              <a:p>
                <a:r>
                  <a:rPr lang="ro-RO" dirty="0" smtClean="0"/>
                  <a:t>           </a:t>
                </a:r>
                <a14:m>
                  <m:oMath xmlns:m="http://schemas.openxmlformats.org/officeDocument/2006/math"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ID8192" b="0" i="1" dirty="0" smtClean="0">
                        <a:latin typeface="Cambria Math" panose="02040503050406030204" pitchFamily="18" charset="0"/>
                      </a:rPr>
                      <m:t>3.3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ro-RO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l-G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ro-RO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LID8192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ro-RO" dirty="0" smtClean="0"/>
              </a:p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3_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LID8192" b="0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ro-RO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ro-RO" b="0" i="1" dirty="0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LID8192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LID8192" b="0" i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LID8192" dirty="0" smtClean="0"/>
                  <a:t> 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3.66W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 ; 3.66] 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380" y="405391"/>
                <a:ext cx="2797075" cy="2206438"/>
              </a:xfrm>
              <a:prstGeom prst="rect">
                <a:avLst/>
              </a:prstGeom>
              <a:blipFill>
                <a:blip r:embed="rId4"/>
                <a:stretch>
                  <a:fillRect l="-1743" b="-3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35382" y="3117273"/>
                <a:ext cx="8254538" cy="3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l-G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ID8192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ro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𝒔𝒕𝒂𝒃𝒊𝒍𝒊𝒛𝒂𝒕𝒐𝒓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𝒍𝒊𝒏𝒊𝒂𝒓</m:t>
                        </m:r>
                      </m:sub>
                    </m:sSub>
                    <m:r>
                      <a:rPr lang="LID8192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LID8192" b="1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LID8192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𝒐𝒖𝒕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𝒔𝒕𝒂𝒃𝒊𝒍𝒊𝒛𝒂𝒕𝒐𝒓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LID8192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𝒍𝒊𝒏𝒊𝒂𝒓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382" y="3117273"/>
                <a:ext cx="8254538" cy="378630"/>
              </a:xfrm>
              <a:prstGeom prst="rect">
                <a:avLst/>
              </a:prstGeom>
              <a:blipFill>
                <a:blip r:embed="rId5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8036" y="3693111"/>
                <a:ext cx="31588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ID8192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ID8192" b="0" i="0" dirty="0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m:rPr>
                          <m:sty m:val="p"/>
                        </m:rPr>
                        <a:rPr lang="LID8192" b="0" i="0" dirty="0" smtClean="0"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ro-RO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ID8192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LID8192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LID8192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LID8192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8192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1.2 ; 2] 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LID8192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 ; 20] V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3693111"/>
                <a:ext cx="3158836" cy="1200329"/>
              </a:xfrm>
              <a:prstGeom prst="rect">
                <a:avLst/>
              </a:prstGeom>
              <a:blipFill>
                <a:blip r:embed="rId6"/>
                <a:stretch>
                  <a:fillRect l="-1544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8036" y="5111181"/>
                <a:ext cx="31588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ID8192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o-RO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ID8192" b="0" i="0" dirty="0" smtClean="0">
                          <a:latin typeface="Cambria Math" panose="02040503050406030204" pitchFamily="18" charset="0"/>
                        </a:rPr>
                        <m:t>=200</m:t>
                      </m:r>
                      <m:r>
                        <m:rPr>
                          <m:sty m:val="p"/>
                        </m:rPr>
                        <a:rPr lang="LID8192" b="0" i="0" dirty="0" smtClean="0">
                          <a:latin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ro-RO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ID8192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LID8192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LID8192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LID8192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8192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 ; 2.5] W</a:t>
                </a:r>
                <a:endParaRPr lang="LID8192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LID8192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 ; 12.5] V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36" y="5111181"/>
                <a:ext cx="3158836" cy="1200329"/>
              </a:xfrm>
              <a:prstGeom prst="rect">
                <a:avLst/>
              </a:prstGeom>
              <a:blipFill>
                <a:blip r:embed="rId7"/>
                <a:stretch>
                  <a:fillRect l="-1544"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726872" y="4118876"/>
                <a:ext cx="2043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o-RO" dirty="0" smtClean="0">
                    <a:latin typeface="Cambria Math" panose="02040503050406030204" pitchFamily="18" charset="0"/>
                  </a:rPr>
                  <a:t>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LID8192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 ; 12.5] V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872" y="4118876"/>
                <a:ext cx="2043573" cy="369332"/>
              </a:xfrm>
              <a:prstGeom prst="rect">
                <a:avLst/>
              </a:prstGeom>
              <a:blipFill>
                <a:blip r:embed="rId8"/>
                <a:stretch>
                  <a:fillRect l="-2381" t="-11667" r="-178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198620" y="4477941"/>
                <a:ext cx="2173605" cy="14887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o-RO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LID8192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 ; 3.66] 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o-R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o-RO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o-RO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b="0" i="1" dirty="0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LID8192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620" y="4477941"/>
                <a:ext cx="2173605" cy="1488741"/>
              </a:xfrm>
              <a:prstGeom prst="rect">
                <a:avLst/>
              </a:prstGeom>
              <a:blipFill>
                <a:blip r:embed="rId9"/>
                <a:stretch>
                  <a:fillRect t="-2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8254747" y="4014553"/>
                <a:ext cx="3164713" cy="1648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LID8192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LID8192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LID8192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LID8192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LID8192" b="0" i="0" dirty="0" smtClean="0">
                          <a:latin typeface="Cambria Math" panose="02040503050406030204" pitchFamily="18" charset="0"/>
                        </a:rPr>
                        <m:t>=300</m:t>
                      </m:r>
                      <m:r>
                        <m:rPr>
                          <m:sty m:val="p"/>
                        </m:rPr>
                        <a:rPr lang="LID8192" b="0" i="0" dirty="0" smtClean="0">
                          <a:latin typeface="Cambria Math" panose="02040503050406030204" pitchFamily="18" charset="0"/>
                        </a:rPr>
                        <m:t>mA</m:t>
                      </m:r>
                      <m:r>
                        <a:rPr lang="LID8192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o-RO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LID8192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 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592.8]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LID8192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575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605)   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747" y="4014553"/>
                <a:ext cx="3164713" cy="1648656"/>
              </a:xfrm>
              <a:prstGeom prst="rect">
                <a:avLst/>
              </a:prstGeom>
              <a:blipFill>
                <a:blip r:embed="rId10"/>
                <a:stretch>
                  <a:fillRect l="-11753" t="-19630" b="-7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619625" y="5360399"/>
                <a:ext cx="3373755" cy="10946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(264 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292.8]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LID8192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LID8192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305)   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625" y="5360399"/>
                <a:ext cx="3373755" cy="1094659"/>
              </a:xfrm>
              <a:prstGeom prst="rect">
                <a:avLst/>
              </a:prstGeom>
              <a:blipFill>
                <a:blip r:embed="rId11"/>
                <a:stretch>
                  <a:fillRect l="-8499" t="-79444" b="-107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642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58497" y="852285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Stabilizator Liniar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58497" y="2775296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Stabilizator Liniar Integrat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58497" y="4698307"/>
            <a:ext cx="1571105" cy="133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/>
              <a:t>Buck Converter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9629604" y="30583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629602" y="38457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9629604" y="49252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9629602" y="571261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9629602" y="110886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9629600" y="1896269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0350342" y="1174750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0490196" y="1046460"/>
                <a:ext cx="17018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[0.96</m:t>
                      </m:r>
                      <m:r>
                        <m:rPr>
                          <m:nor/>
                        </m:rPr>
                        <a:rPr lang="LID8192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LID8192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96" y="1046460"/>
                <a:ext cx="1701804" cy="923330"/>
              </a:xfrm>
              <a:prstGeom prst="rect">
                <a:avLst/>
              </a:prstGeom>
              <a:blipFill>
                <a:blip r:embed="rId2"/>
                <a:stretch>
                  <a:fillRect b="-5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 flipH="1">
            <a:off x="9629602" y="3059113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9629600" y="3846513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0350342" y="3124994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9629602" y="4925668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9629600" y="5713068"/>
            <a:ext cx="86059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10350342" y="4991549"/>
            <a:ext cx="0" cy="666750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727129" y="1174750"/>
            <a:ext cx="43313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3727129" y="1733015"/>
            <a:ext cx="433136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887009" y="4925219"/>
            <a:ext cx="117148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193990" y="5633093"/>
            <a:ext cx="186450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887009" y="3119513"/>
            <a:ext cx="1171486" cy="54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213241" y="3818455"/>
            <a:ext cx="1845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6887009" y="1183682"/>
            <a:ext cx="0" cy="37504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6193990" y="1733017"/>
            <a:ext cx="0" cy="39000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822715" y="1124025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6129696" y="1681286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6822713" y="3053682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6132190" y="3754161"/>
            <a:ext cx="128588" cy="1285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>
            <a:off x="5006975" y="1412875"/>
            <a:ext cx="2976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006975" y="1512887"/>
            <a:ext cx="2976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152231" y="1174750"/>
            <a:ext cx="0" cy="2291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5152231" y="1512887"/>
            <a:ext cx="0" cy="2291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3592743" y="860222"/>
            <a:ext cx="1157981" cy="11579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065" y="1060575"/>
            <a:ext cx="580047" cy="760506"/>
          </a:xfrm>
          <a:prstGeom prst="rect">
            <a:avLst/>
          </a:prstGeom>
        </p:spPr>
      </p:pic>
      <p:sp>
        <p:nvSpPr>
          <p:cNvPr id="96" name="Isosceles Triangle 95"/>
          <p:cNvSpPr/>
          <p:nvPr/>
        </p:nvSpPr>
        <p:spPr>
          <a:xfrm rot="5400000">
            <a:off x="3851313" y="1162987"/>
            <a:ext cx="640842" cy="552450"/>
          </a:xfrm>
          <a:prstGeom prst="triangl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/>
          <p:nvPr/>
        </p:nvCxnSpPr>
        <p:spPr>
          <a:xfrm>
            <a:off x="3699278" y="1439212"/>
            <a:ext cx="19623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4447959" y="1439212"/>
            <a:ext cx="19623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4447959" y="1198806"/>
            <a:ext cx="0" cy="4808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2321719" y="1069786"/>
            <a:ext cx="1271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2321719" y="1806862"/>
            <a:ext cx="1271024" cy="17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99738" y="1068009"/>
            <a:ext cx="1271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99738" y="1805085"/>
            <a:ext cx="1271024" cy="17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12106" y="1118791"/>
            <a:ext cx="92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230V</a:t>
            </a:r>
          </a:p>
          <a:p>
            <a:pPr algn="ctr"/>
            <a:r>
              <a:rPr lang="ro-RO" dirty="0" smtClean="0"/>
              <a:t>AC</a:t>
            </a:r>
            <a:endParaRPr lang="en-US" dirty="0"/>
          </a:p>
        </p:txBody>
      </p:sp>
      <p:cxnSp>
        <p:nvCxnSpPr>
          <p:cNvPr id="115" name="Straight Arrow Connector 114"/>
          <p:cNvCxnSpPr/>
          <p:nvPr/>
        </p:nvCxnSpPr>
        <p:spPr>
          <a:xfrm>
            <a:off x="863556" y="1100434"/>
            <a:ext cx="0" cy="650764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5444287" y="1209420"/>
            <a:ext cx="0" cy="509532"/>
          </a:xfrm>
          <a:prstGeom prst="straightConnector1">
            <a:avLst/>
          </a:prstGeom>
          <a:ln w="15875">
            <a:solidFill>
              <a:schemeClr val="tx2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379230" y="1279164"/>
                <a:ext cx="15212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LID8192" sz="1400" b="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∈</a:t>
                </a:r>
                <a:r>
                  <a:rPr lang="LID8192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LID8192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 ; 12.5] V</a:t>
                </a: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30" y="1279164"/>
                <a:ext cx="1521284" cy="307777"/>
              </a:xfrm>
              <a:prstGeom prst="rect">
                <a:avLst/>
              </a:prstGeom>
              <a:blipFill>
                <a:blip r:embed="rId4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/>
          <p:nvPr/>
        </p:nvCxnSpPr>
        <p:spPr>
          <a:xfrm>
            <a:off x="5257006" y="1174750"/>
            <a:ext cx="447675" cy="0"/>
          </a:xfrm>
          <a:prstGeom prst="straightConnector1">
            <a:avLst/>
          </a:prstGeom>
          <a:ln w="19050">
            <a:solidFill>
              <a:schemeClr val="tx2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4750724" y="139376"/>
                <a:ext cx="2553713" cy="87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 ; 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592.8]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LID8192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575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 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605)   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724" y="139376"/>
                <a:ext cx="2553713" cy="871905"/>
              </a:xfrm>
              <a:prstGeom prst="rect">
                <a:avLst/>
              </a:prstGeom>
              <a:blipFill>
                <a:blip r:embed="rId5"/>
                <a:stretch>
                  <a:fillRect l="-10501" t="-75524" b="-104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10426465" y="2954859"/>
                <a:ext cx="18292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=200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LID8192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[0.40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0.416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6465" y="2954859"/>
                <a:ext cx="1829266" cy="923330"/>
              </a:xfrm>
              <a:prstGeom prst="rect">
                <a:avLst/>
              </a:prstGeom>
              <a:blipFill>
                <a:blip r:embed="rId6"/>
                <a:stretch>
                  <a:fillRect r="-1333" b="-5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10490196" y="4863259"/>
                <a:ext cx="170180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=3.3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ro-RO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ro-RO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o-RO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dirty="0" smtClean="0"/>
                            <m:t>η</m:t>
                          </m:r>
                        </m:e>
                        <m:sub>
                          <m:r>
                            <a:rPr lang="ro-RO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[0.9;1</m:t>
                      </m:r>
                      <m:r>
                        <m:rPr>
                          <m:nor/>
                        </m:rPr>
                        <a:rPr lang="LID8192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196" y="4863259"/>
                <a:ext cx="1701804" cy="923330"/>
              </a:xfrm>
              <a:prstGeom prst="rect">
                <a:avLst/>
              </a:prstGeom>
              <a:blipFill>
                <a:blip r:embed="rId7"/>
                <a:stretch>
                  <a:fillRect b="-5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848649" y="867039"/>
                <a:ext cx="1274141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ro-RO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o-RO" sz="1400" b="0" i="1" dirty="0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ro-RO" sz="1400" b="0" i="1" dirty="0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ro-RO" sz="1600" dirty="0" smtClean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649" y="867039"/>
                <a:ext cx="127414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6822713" y="2815679"/>
                <a:ext cx="1274141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o-RO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LID8192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o-RO" sz="1400" b="0" i="1" dirty="0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ro-RO" sz="1400" b="0" i="1" dirty="0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ro-RO" sz="1600" dirty="0" smtClean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713" y="2815679"/>
                <a:ext cx="1274141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77015" y="5967072"/>
                <a:ext cx="2667034" cy="871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(264 ; 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292.8]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  <m: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LID8192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LID8192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LID8192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; </m:t>
                      </m:r>
                      <m:r>
                        <m:rPr>
                          <m:nor/>
                        </m:rPr>
                        <a:rPr lang="LID8192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305)   </m:t>
                      </m:r>
                      <m:r>
                        <m:rPr>
                          <m:nor/>
                        </m:rPr>
                        <a:rPr lang="LID8192" sz="14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</m:t>
                      </m:r>
                    </m:oMath>
                  </m:oMathPara>
                </a14:m>
                <a:endParaRPr lang="LID8192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015" y="5967072"/>
                <a:ext cx="2667034" cy="871905"/>
              </a:xfrm>
              <a:prstGeom prst="rect">
                <a:avLst/>
              </a:prstGeom>
              <a:blipFill>
                <a:blip r:embed="rId10"/>
                <a:stretch>
                  <a:fillRect l="-7306" t="-75524" b="-104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63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8514" y="3075057"/>
            <a:ext cx="7394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V</a:t>
            </a:r>
            <a:r>
              <a:rPr lang="ro-RO" sz="4000" b="1" dirty="0" smtClean="0"/>
              <a:t>ă mulțumesc pentru atenție!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0685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42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Trebuchet MS</vt:lpstr>
      <vt:lpstr>Wingdings 3</vt:lpstr>
      <vt:lpstr>Facet</vt:lpstr>
      <vt:lpstr>Office Theme</vt:lpstr>
      <vt:lpstr>Analiza și Dimensionarea unui Etaj de Alimentare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Silviu</dc:creator>
  <cp:lastModifiedBy>Silviu</cp:lastModifiedBy>
  <cp:revision>28</cp:revision>
  <dcterms:created xsi:type="dcterms:W3CDTF">2026-10-08T14:05:40Z</dcterms:created>
  <dcterms:modified xsi:type="dcterms:W3CDTF">2026-10-08T17:55:58Z</dcterms:modified>
</cp:coreProperties>
</file>